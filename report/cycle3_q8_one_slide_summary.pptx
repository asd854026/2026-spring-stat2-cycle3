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Cycle 3 - Two-Sample Inference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0624" y="6400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Q8: SadOrHopeless Feeling and Current Cigarette Use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</a:rPr>
              <a:t>Research Question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43434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Is the proportion of current cigarette use different between students who felt sad or hopeless and those who did not?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11.43 pp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154680" y="2423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higher current cigarette use in the SadOrHopeless group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</a:rPr>
              <a:t>Key statistical result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42976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Method: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two-proportion z-test
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95% CI: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[9.83, 13.02] pp
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z: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15.0536   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p-value: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&lt; 0.0001
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Decision: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Reject H0 at α = 0.05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5074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</a:rPr>
              <a:t>Conclusion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41324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Students who felt sad or hopeless had a higher observed proportion of current cigarette use (27.6% vs 16.2%). The result is statistically significant, but it shows association, not causation.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40680" y="1005840"/>
            <a:ext cx="0" cy="54406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14" name="Image 0" descr="/mnt/data/project-cycle-3-q8-real/outputs/figures/proportion_bar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1092" y="868680"/>
            <a:ext cx="4608576" cy="2880360"/>
          </a:xfrm>
          <a:prstGeom prst="rect">
            <a:avLst/>
          </a:prstGeom>
        </p:spPr>
      </p:pic>
      <p:pic>
        <p:nvPicPr>
          <p:cNvPr id="15" name="Image 1" descr="/mnt/data/project-cycle-3-q8-real/outputs/figures/difference_ci_pl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938" y="3886200"/>
            <a:ext cx="4908884" cy="23317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6355080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Valid N = 13,174 | Difference = SadOrHopeless Yes - No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 3 Q8 One-Slide Summary</dc:title>
  <dc:subject>Cycle 3 two-sample inference summary</dc:subject>
  <dc:creator>OpenAI</dc:creator>
  <cp:lastModifiedBy>OpenAI</cp:lastModifiedBy>
  <cp:revision>1</cp:revision>
  <dcterms:created xsi:type="dcterms:W3CDTF">2026-05-06T11:39:04Z</dcterms:created>
  <dcterms:modified xsi:type="dcterms:W3CDTF">2026-05-06T11:39:04Z</dcterms:modified>
</cp:coreProperties>
</file>